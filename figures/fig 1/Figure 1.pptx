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84" y="2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A3948-EA1E-467C-B61E-BCB109B661F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3159A-6E29-4CC5-A244-195C7EA934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50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3159A-6E29-4CC5-A244-195C7EA934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09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3103-5E2F-6ABE-F915-487E1EFB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7C4931-A6F5-8F63-7B39-980584421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AB518C-099A-62B1-A8E0-A0AE2B61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B9D67-4475-2ABF-6BF8-6F1B7ECF7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3159A-6E29-4CC5-A244-195C7EA9341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75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D6B73-C3CD-D163-AEE1-97CA0B702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E31779-7E5A-E6A0-B718-C3822AE3C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2153E-3A23-98A1-0215-69AF5CE9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E8A0CD-CFA4-D979-A116-27A36533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E9A4B1-E524-22B1-78D8-D1E284CE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7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0B8D3-52A4-BAF6-04E4-6E18278D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184702-3D28-5B6C-3DEB-E233925E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BD6C52-316A-AEF6-4FC2-FB4C5A16D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58679-EF57-00DF-1369-EA26183C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0776F3-9653-4EA0-6E37-E8A48CDD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19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03DEB-5900-C7AF-311A-E0BFFEA91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00C91F-0400-61C2-A057-419C8B97B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923887-70CE-2B16-5733-16EDDD46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EF5AFF-F1BC-53BC-2BA8-46BAA030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14A47-1779-86E7-3A56-62E8A417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65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E57E5-830E-B7CA-5C91-282B35AC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B9EE2B-30FC-0A51-B96B-DA1C1D5F1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C940DF-64B9-62D1-4D88-BF394524B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57B6F0-35E6-042B-555F-60A01385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5EEAA8-9388-C20C-D684-87C58F1B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A65A9-F8F4-D86B-2D10-5F9E0ABE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04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37F68-6274-8130-5BE9-66D5CFD3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B71863-E51A-47FB-879D-11239B186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68CAE7-391E-499B-3623-7BF02E942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0F9E7E-99FA-1E4E-578E-BDDC79211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1C55A9-1C55-AC2B-F59C-85D4709E2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B5078D-A72F-9C1C-953F-A7F42221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226AA5-1999-A94B-A248-7C7D76A5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46F3A5-A2A3-4033-4862-9C6730B7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0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E9D87-3C77-3BE3-B378-10F1976C7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7F31EA-5784-A172-ED0D-0699E05A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5D0D7B-7387-3E4B-72A1-D7A5134D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D26C2F-FBA6-D749-D4DF-2FB5DAA9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3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590E7B-5CDB-5B35-EF7F-46644304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5F2438-2295-B3E5-603A-B2F8BDE2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9D546C-D326-2CCA-AD7D-9EF3F107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0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7B351-D3A7-6F8B-9D21-9AE2C1C3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D64873-222F-0F8D-BFB4-17A32DE2C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71DAD6-16F8-CEC4-8F0B-4365A0A4E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82BE95-3219-3E0A-06D2-5FB88722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BB70B-A89A-7C99-3B56-34AC02B1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86BF36-9591-F023-B4DB-C58A6252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43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0A979-DC9A-4CE4-2FEC-C8AC204C6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46B38E-FB92-4CE9-6506-6491086F3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D40B58-8879-D74E-0EDD-FAEC54A89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77343B-98A2-C518-606A-815494E3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94C69B-80BD-3215-8EF5-D321D155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EDE60B-EA53-71DE-6A05-2BB8B6CF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98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57FFD-CE49-AE28-4E8A-87F3114A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44E2DF-4A6A-4B10-E787-4EB2E4CAC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20845-50DE-412B-BA44-BF46F25D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D56B5-CAE4-5775-EA06-5679A3B4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C5685-34BA-B7BF-8AFA-A8DADC69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7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E370AD-A655-6973-00EB-0F9DAAFBD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4BCD03-C899-07F8-A04A-3CDF12934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5D2BB-8B19-C8C7-225D-78C7C796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64D95E-4C7A-9711-AA61-7BE2320C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F5114-17B9-01E9-9F94-A45388D0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4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A006FB-BC41-1624-FA3C-305424BB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59DF3C-6359-CF38-6776-3C82E2CC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DBEFF-5951-820F-8927-3B34B960B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2F691-8D00-41CB-B2BA-387BB6AA1EC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21037-977D-38AF-80C2-46C21B641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2AA4E-6348-C211-C9F0-4B66B6CD9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FB51D-6CAE-484F-83E2-0C50A89A4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48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034E3B-9DBC-ADB1-CF2F-C002C9FA5D7D}"/>
              </a:ext>
            </a:extLst>
          </p:cNvPr>
          <p:cNvSpPr/>
          <p:nvPr/>
        </p:nvSpPr>
        <p:spPr>
          <a:xfrm>
            <a:off x="-1146117" y="-88900"/>
            <a:ext cx="14239817" cy="694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C0D846-10E6-1BF8-4185-BC9FA3A06B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1947" y="-38098"/>
            <a:ext cx="9144000" cy="6857999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9D64BA81-6FF5-F2A7-A5CB-CB323ABF4A91}"/>
              </a:ext>
            </a:extLst>
          </p:cNvPr>
          <p:cNvGrpSpPr/>
          <p:nvPr/>
        </p:nvGrpSpPr>
        <p:grpSpPr>
          <a:xfrm>
            <a:off x="10411798" y="-88900"/>
            <a:ext cx="2592000" cy="6911999"/>
            <a:chOff x="10454133" y="-88900"/>
            <a:chExt cx="2592000" cy="691199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7E83EDC-860B-9786-7578-4F20ABBBF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454133" y="-88900"/>
              <a:ext cx="2592000" cy="17280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D7EAB4ED-D37E-AB00-1219-1567619F7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0454133" y="1639100"/>
              <a:ext cx="2592000" cy="172799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0E25B022-41EB-DDFC-A900-620A06404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454133" y="3367100"/>
              <a:ext cx="2592000" cy="1727999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720A712-789C-CA51-DDCC-87E5B3C1A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0454133" y="5095100"/>
              <a:ext cx="2592000" cy="1727999"/>
            </a:xfrm>
            <a:prstGeom prst="rect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991364B-ADBB-337C-DD2A-09AB691BF00B}"/>
              </a:ext>
            </a:extLst>
          </p:cNvPr>
          <p:cNvGrpSpPr/>
          <p:nvPr/>
        </p:nvGrpSpPr>
        <p:grpSpPr>
          <a:xfrm>
            <a:off x="-1535584" y="-88900"/>
            <a:ext cx="2592000" cy="6911999"/>
            <a:chOff x="10454133" y="-88900"/>
            <a:chExt cx="2592000" cy="6911999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CAE706A6-3E89-842D-9D39-37A6B19F7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0454133" y="-88900"/>
              <a:ext cx="2592000" cy="1727999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E3C7FAD1-8F02-B8A4-3C4F-7D505184A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0454134" y="1639100"/>
              <a:ext cx="2591998" cy="1727999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3B352DF5-B29E-60F4-7914-79AB45B78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0454134" y="3367100"/>
              <a:ext cx="2591998" cy="1727999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CCC5BBA1-12BB-BFC5-04DD-07ABC4F6C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454134" y="5095100"/>
              <a:ext cx="2591998" cy="1727999"/>
            </a:xfrm>
            <a:prstGeom prst="rect">
              <a:avLst/>
            </a:prstGeom>
          </p:spPr>
        </p:pic>
      </p:grp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D2F7F1F1-FF05-805A-F0A3-A5F4DF35E2BD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56416" y="775100"/>
            <a:ext cx="4680966" cy="2438000"/>
          </a:xfrm>
          <a:prstGeom prst="bentConnector3">
            <a:avLst>
              <a:gd name="adj1" fmla="val 99831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E860A2B-18F9-0947-774E-D3EAAB1306BE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56415" y="2503100"/>
            <a:ext cx="5187752" cy="1141801"/>
          </a:xfrm>
          <a:prstGeom prst="bentConnector3">
            <a:avLst>
              <a:gd name="adj1" fmla="val 58160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08A029B8-CFD4-FE61-9335-BD574E2F95CD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056415" y="4231100"/>
            <a:ext cx="5750785" cy="914801"/>
          </a:xfrm>
          <a:prstGeom prst="bentConnector3">
            <a:avLst>
              <a:gd name="adj1" fmla="val 99689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391D39D-68BF-34BB-0F12-EC2254C88DF5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1056415" y="5218900"/>
            <a:ext cx="6004785" cy="740200"/>
          </a:xfrm>
          <a:prstGeom prst="bentConnector3">
            <a:avLst>
              <a:gd name="adj1" fmla="val 99984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91C17CF1-D9FB-7B21-A14C-F5665AB9629A}"/>
              </a:ext>
            </a:extLst>
          </p:cNvPr>
          <p:cNvCxnSpPr>
            <a:cxnSpLocks/>
          </p:cNvCxnSpPr>
          <p:nvPr/>
        </p:nvCxnSpPr>
        <p:spPr>
          <a:xfrm rot="10800000">
            <a:off x="7143750" y="4140200"/>
            <a:ext cx="3268048" cy="1818900"/>
          </a:xfrm>
          <a:prstGeom prst="bentConnector3">
            <a:avLst>
              <a:gd name="adj1" fmla="val 92553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52BD09F7-F0FB-29D6-2249-363589BAA8E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59726" y="4231100"/>
            <a:ext cx="2452073" cy="29750"/>
          </a:xfrm>
          <a:prstGeom prst="bentConnector3">
            <a:avLst>
              <a:gd name="adj1" fmla="val 100239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1A425B3E-A7B1-1CC1-68AF-255C94A0096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70827" y="2503099"/>
            <a:ext cx="2538510" cy="1298574"/>
          </a:xfrm>
          <a:prstGeom prst="bentConnector3">
            <a:avLst>
              <a:gd name="adj1" fmla="val 43496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354C4D71-5C66-90C3-DC7E-B3C80CF993D7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7239196" y="775099"/>
            <a:ext cx="3172602" cy="1803759"/>
          </a:xfrm>
          <a:prstGeom prst="bentConnector3">
            <a:avLst>
              <a:gd name="adj1" fmla="val 99276"/>
            </a:avLst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63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40BC-8B00-D6A2-8039-F6F0023D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4B8B9A-1A7D-5774-D2AB-C5DBFADC2E2C}"/>
              </a:ext>
            </a:extLst>
          </p:cNvPr>
          <p:cNvSpPr/>
          <p:nvPr/>
        </p:nvSpPr>
        <p:spPr>
          <a:xfrm>
            <a:off x="-1761067" y="-262467"/>
            <a:ext cx="15045267" cy="7255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E86BAE-283A-6F8D-21CD-E0C3FD492F07}"/>
              </a:ext>
            </a:extLst>
          </p:cNvPr>
          <p:cNvSpPr/>
          <p:nvPr/>
        </p:nvSpPr>
        <p:spPr>
          <a:xfrm>
            <a:off x="-1146117" y="-88900"/>
            <a:ext cx="14239817" cy="694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0D7491-C308-1D07-4252-8F63463793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1947" y="-38098"/>
            <a:ext cx="9144000" cy="6857999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95387489-053E-398C-1370-8EE3B6C180C3}"/>
              </a:ext>
            </a:extLst>
          </p:cNvPr>
          <p:cNvGrpSpPr/>
          <p:nvPr/>
        </p:nvGrpSpPr>
        <p:grpSpPr>
          <a:xfrm>
            <a:off x="10411798" y="-88900"/>
            <a:ext cx="2592000" cy="6911999"/>
            <a:chOff x="10454133" y="-88900"/>
            <a:chExt cx="2592000" cy="691199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F347381-4405-F131-3499-8108EB1E7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454133" y="-88900"/>
              <a:ext cx="2592000" cy="17280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52B1ACD-58CA-0EED-ADB4-A9B1D8C46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0454133" y="1639100"/>
              <a:ext cx="2592000" cy="172799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DC6C59EB-8F6A-70A9-3D47-4470FDDC5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454133" y="3367100"/>
              <a:ext cx="2592000" cy="1727999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68ECABA9-5598-0C1D-4198-08A618D0C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0454133" y="5095100"/>
              <a:ext cx="2592000" cy="1727999"/>
            </a:xfrm>
            <a:prstGeom prst="rect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1612B78-4221-4F8A-4F70-2007E6CF50AA}"/>
              </a:ext>
            </a:extLst>
          </p:cNvPr>
          <p:cNvGrpSpPr/>
          <p:nvPr/>
        </p:nvGrpSpPr>
        <p:grpSpPr>
          <a:xfrm>
            <a:off x="-1535584" y="-88900"/>
            <a:ext cx="2592000" cy="6911999"/>
            <a:chOff x="10454133" y="-88900"/>
            <a:chExt cx="2592000" cy="6911999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C29AAEB5-CA34-4BDF-C8CC-A3E6FA06C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0454133" y="-88900"/>
              <a:ext cx="2592000" cy="1727999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64A39486-27A3-F5BF-3312-0D2C4336D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0454134" y="1639100"/>
              <a:ext cx="2591998" cy="1727999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1924CA63-15C3-66BD-1A41-AB6C1868B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0454134" y="3367100"/>
              <a:ext cx="2591998" cy="1727999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ECBBFCF-CDCA-8E0D-6446-51E152435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454134" y="5095100"/>
              <a:ext cx="2591998" cy="1727999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2AF0DF-E29B-F776-FAA6-24CBE175EAC0}"/>
              </a:ext>
            </a:extLst>
          </p:cNvPr>
          <p:cNvGrpSpPr/>
          <p:nvPr/>
        </p:nvGrpSpPr>
        <p:grpSpPr>
          <a:xfrm>
            <a:off x="1056415" y="775099"/>
            <a:ext cx="9355384" cy="5184001"/>
            <a:chOff x="1056415" y="775099"/>
            <a:chExt cx="9355384" cy="5184001"/>
          </a:xfrm>
        </p:grpSpPr>
        <p:cxnSp>
          <p:nvCxnSpPr>
            <p:cNvPr id="5" name="连接符: 肘形 4">
              <a:extLst>
                <a:ext uri="{FF2B5EF4-FFF2-40B4-BE49-F238E27FC236}">
                  <a16:creationId xmlns:a16="http://schemas.microsoft.com/office/drawing/2014/main" id="{BE5B0CBB-055C-A33A-2716-835DAEBD5A37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056416" y="775100"/>
              <a:ext cx="4680966" cy="2438000"/>
            </a:xfrm>
            <a:prstGeom prst="bentConnector3">
              <a:avLst>
                <a:gd name="adj1" fmla="val 99831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CEFC1DD4-FD03-E53F-BFF3-A6CE0B73C867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056415" y="2503100"/>
              <a:ext cx="5187752" cy="1141801"/>
            </a:xfrm>
            <a:prstGeom prst="bentConnector3">
              <a:avLst>
                <a:gd name="adj1" fmla="val 58160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24">
              <a:extLst>
                <a:ext uri="{FF2B5EF4-FFF2-40B4-BE49-F238E27FC236}">
                  <a16:creationId xmlns:a16="http://schemas.microsoft.com/office/drawing/2014/main" id="{63CD2568-F1AE-49CD-1875-944D9E0ABA19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1056415" y="4231100"/>
              <a:ext cx="5750785" cy="914801"/>
            </a:xfrm>
            <a:prstGeom prst="bentConnector3">
              <a:avLst>
                <a:gd name="adj1" fmla="val 99689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D2CFF95F-E804-44AA-4D14-88224C0FA941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V="1">
              <a:off x="1056415" y="5218900"/>
              <a:ext cx="6004785" cy="740200"/>
            </a:xfrm>
            <a:prstGeom prst="bentConnector3">
              <a:avLst>
                <a:gd name="adj1" fmla="val 99984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803F31AA-7958-F485-0969-E8093D7FAA3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43750" y="4140200"/>
              <a:ext cx="3268048" cy="1818900"/>
            </a:xfrm>
            <a:prstGeom prst="bentConnector3">
              <a:avLst>
                <a:gd name="adj1" fmla="val 92553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5761904A-DFA0-3D8F-77BF-338DC91D5CA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959726" y="4231100"/>
              <a:ext cx="2452073" cy="29750"/>
            </a:xfrm>
            <a:prstGeom prst="bentConnector3">
              <a:avLst>
                <a:gd name="adj1" fmla="val 100239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4C8E94E4-EA8F-2DD0-343D-4A084A98152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870827" y="2503099"/>
              <a:ext cx="2538510" cy="1298574"/>
            </a:xfrm>
            <a:prstGeom prst="bentConnector3">
              <a:avLst>
                <a:gd name="adj1" fmla="val 43496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CAE0A5C8-1A2C-40F8-12C8-AFBC9B63F467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rot="10800000" flipV="1">
              <a:off x="7239196" y="775099"/>
              <a:ext cx="3172602" cy="1803759"/>
            </a:xfrm>
            <a:prstGeom prst="bentConnector3">
              <a:avLst>
                <a:gd name="adj1" fmla="val 99276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6BDEB31-7AE2-A61F-E15B-D5825CE645C5}"/>
              </a:ext>
            </a:extLst>
          </p:cNvPr>
          <p:cNvGrpSpPr/>
          <p:nvPr/>
        </p:nvGrpSpPr>
        <p:grpSpPr>
          <a:xfrm>
            <a:off x="2448898" y="4750998"/>
            <a:ext cx="2012950" cy="1003300"/>
            <a:chOff x="-4584700" y="1274233"/>
            <a:chExt cx="2012950" cy="10033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6510A79-B2BA-A0F0-ADC5-F85F3896E8C4}"/>
                </a:ext>
              </a:extLst>
            </p:cNvPr>
            <p:cNvSpPr/>
            <p:nvPr/>
          </p:nvSpPr>
          <p:spPr>
            <a:xfrm>
              <a:off x="-4584700" y="1274233"/>
              <a:ext cx="2012950" cy="1003300"/>
            </a:xfrm>
            <a:prstGeom prst="roundRect">
              <a:avLst>
                <a:gd name="adj" fmla="val 7344"/>
              </a:avLst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739E9A0-D2E4-4C79-72FA-437624BCA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0132" t="5432" r="19395" b="7180"/>
            <a:stretch>
              <a:fillRect/>
            </a:stretch>
          </p:blipFill>
          <p:spPr>
            <a:xfrm>
              <a:off x="-4542511" y="1316567"/>
              <a:ext cx="1924710" cy="927100"/>
            </a:xfrm>
            <a:prstGeom prst="rect">
              <a:avLst/>
            </a:prstGeom>
          </p:spPr>
        </p:pic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AAC1168-ADD7-BD7C-FB13-648151F763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820202" y="-6664881"/>
            <a:ext cx="12192000" cy="587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1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32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</Words>
  <Application>Microsoft Office PowerPoint</Application>
  <PresentationFormat>宽屏</PresentationFormat>
  <Paragraphs>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Kemin Zhu</dc:creator>
  <cp:lastModifiedBy>Kemin Zhu</cp:lastModifiedBy>
  <cp:revision>6</cp:revision>
  <dcterms:created xsi:type="dcterms:W3CDTF">2024-08-18T14:50:26Z</dcterms:created>
  <dcterms:modified xsi:type="dcterms:W3CDTF">2026-01-22T08:44:42Z</dcterms:modified>
</cp:coreProperties>
</file>