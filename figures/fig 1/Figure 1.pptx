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60" r:id="rId3"/>
    <p:sldId id="259" r:id="rId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8A2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3540" y="17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BA3948-EA1E-467C-B61E-BCB109B661F3}" type="datetimeFigureOut">
              <a:rPr lang="zh-CN" altLang="en-US" smtClean="0"/>
              <a:t>2026/1/22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7D3159A-6E29-4CC5-A244-195C7EA9341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625029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D3159A-6E29-4CC5-A244-195C7EA9341D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970932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D33103-5E2F-6ABE-F915-487E1EFB93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F7C4931-A6F5-8F63-7B39-9805844214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7AB518C-099A-62B1-A8E0-A0AE2B619D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A4B9D67-4475-2ABF-6BF8-6F1B7ECF75F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D3159A-6E29-4CC5-A244-195C7EA9341D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007587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BFD6B73-C3CD-D163-AEE1-97CA0B7029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1E31779-7E5A-E6A0-B718-C3822AE3C8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982153E-3A23-98A1-0215-69AF5CE985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82F691-8D00-41CB-B2BA-387BB6AA1ECB}" type="datetimeFigureOut">
              <a:rPr lang="zh-CN" altLang="en-US" smtClean="0"/>
              <a:t>2026/1/22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8E8A0CD-CFA4-D979-A116-27A3653372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DE9A4B1-E524-22B1-78D8-D1E284CEBC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6FB51D-6CAE-484F-83E2-0C50A89A4B9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54760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620B8D3-52A4-BAF6-04E4-6E18278D6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C184702-3D28-5B6C-3DEB-E233925E11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6BD6C52-316A-AEF6-4FC2-FB4C5A16DF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82F691-8D00-41CB-B2BA-387BB6AA1ECB}" type="datetimeFigureOut">
              <a:rPr lang="zh-CN" altLang="en-US" smtClean="0"/>
              <a:t>2026/1/22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6258679-EF57-00DF-1369-EA26183C99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10776F3-9653-4EA0-6E37-E8A48CDD5A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6FB51D-6CAE-484F-83E2-0C50A89A4B9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631961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4C03DEB-5900-C7AF-311A-E0BFFEA910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D00C91F-0400-61C2-A057-419C8B97B8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4923887-70CE-2B16-5733-16EDDD469E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82F691-8D00-41CB-B2BA-387BB6AA1ECB}" type="datetimeFigureOut">
              <a:rPr lang="zh-CN" altLang="en-US" smtClean="0"/>
              <a:t>2026/1/22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6EF5AFF-F1BC-53BC-2BA8-46BAA03055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5B14A47-1779-86E7-3A56-62E8A41757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6FB51D-6CAE-484F-83E2-0C50A89A4B9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926550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FFE57E5-830E-B7CA-5C91-282B35AC32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AB9EE2B-30FC-0A51-B96B-DA1C1D5F10C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CC940DF-64B9-62D1-4D88-BF394524B7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B57B6F0-35E6-042B-555F-60A0138579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82F691-8D00-41CB-B2BA-387BB6AA1ECB}" type="datetimeFigureOut">
              <a:rPr lang="zh-CN" altLang="en-US" smtClean="0"/>
              <a:t>2026/1/22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F5EEAA8-9388-C20C-D684-87C58F1B2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FCA65A9-F8F4-D86B-2D10-5F9E0ABE57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6FB51D-6CAE-484F-83E2-0C50A89A4B9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820461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2437F68-6274-8130-5BE9-66D5CFD358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9B71863-E51A-47FB-879D-11239B1863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B68CAE7-391E-499B-3623-7BF02E9428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70F9E7E-99FA-1E4E-578E-BDDC7921133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071C55A9-1C55-AC2B-F59C-85D4709E20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3FB5078D-A72F-9C1C-953F-A7F4222103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82F691-8D00-41CB-B2BA-387BB6AA1ECB}" type="datetimeFigureOut">
              <a:rPr lang="zh-CN" altLang="en-US" smtClean="0"/>
              <a:t>2026/1/22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51226AA5-1999-A94B-A248-7C7D76A5FF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2D46F3A5-A2A3-4033-4862-9C6730B7C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6FB51D-6CAE-484F-83E2-0C50A89A4B9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029055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2FE9D87-3C77-3BE3-B378-10F1976C78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9C7F31EA-5784-A172-ED0D-0699E05AF2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82F691-8D00-41CB-B2BA-387BB6AA1ECB}" type="datetimeFigureOut">
              <a:rPr lang="zh-CN" altLang="en-US" smtClean="0"/>
              <a:t>2026/1/22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195D0D7B-7387-3E4B-72A1-D7A5134D5C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79D26C2F-FBA6-D749-D4DF-2FB5DAA9B4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6FB51D-6CAE-484F-83E2-0C50A89A4B9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249345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3D590E7B-5CDB-5B35-EF7F-4664430472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82F691-8D00-41CB-B2BA-387BB6AA1ECB}" type="datetimeFigureOut">
              <a:rPr lang="zh-CN" altLang="en-US" smtClean="0"/>
              <a:t>2026/1/22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AE5F2438-2295-B3E5-603A-B2F8BDE26F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89D546C-D326-2CCA-AD7D-9EF3F1073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6FB51D-6CAE-484F-83E2-0C50A89A4B9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87019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577B351-D3A7-6F8B-9D21-9AE2C1C395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2D64873-222F-0F8D-BFB4-17A32DE2CD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0E71DAD6-16F8-CEC4-8F0B-4365A0A4E3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582BE95-3219-3E0A-06D2-5FB8872241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82F691-8D00-41CB-B2BA-387BB6AA1ECB}" type="datetimeFigureOut">
              <a:rPr lang="zh-CN" altLang="en-US" smtClean="0"/>
              <a:t>2026/1/22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A7BB70B-A89A-7C99-3B56-34AC02B16C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586BF36-9591-F023-B4DB-C58A625207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6FB51D-6CAE-484F-83E2-0C50A89A4B9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694375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CB0A979-DC9A-4CE4-2FEC-C8AC204C65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A646B38E-FB92-4CE9-6506-6491086F3B9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CD40B58-8879-D74E-0EDD-FAEC54A89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377343B-98A2-C518-606A-815494E3FF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82F691-8D00-41CB-B2BA-387BB6AA1ECB}" type="datetimeFigureOut">
              <a:rPr lang="zh-CN" altLang="en-US" smtClean="0"/>
              <a:t>2026/1/22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794C69B-80BD-3215-8EF5-D321D155E2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EEDE60B-EA53-71DE-6A05-2BB8B6CFC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6FB51D-6CAE-484F-83E2-0C50A89A4B9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949846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4257FFD-CE49-AE28-4E8A-87F3114AF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444E2DF-4A6A-4B10-E787-4EB2E4CAC4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2420845-50DE-412B-BA44-BF46F25DAC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82F691-8D00-41CB-B2BA-387BB6AA1ECB}" type="datetimeFigureOut">
              <a:rPr lang="zh-CN" altLang="en-US" smtClean="0"/>
              <a:t>2026/1/22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61D56B5-CAE4-5775-EA06-5679A3B4FA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FDC5685-34BA-B7BF-8AFA-A8DADC6939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6FB51D-6CAE-484F-83E2-0C50A89A4B9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481773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7BE370AD-A655-6973-00EB-0F9DAAFBD4B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1C4BCD03-C899-07F8-A04A-3CDF129340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645D2BB-8B19-C8C7-225D-78C7C79640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82F691-8D00-41CB-B2BA-387BB6AA1ECB}" type="datetimeFigureOut">
              <a:rPr lang="zh-CN" altLang="en-US" smtClean="0"/>
              <a:t>2026/1/22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564D95E-4C7A-9711-AA61-7BE2320CF4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0FF5114-17B9-01E9-9F94-A45388D00F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6FB51D-6CAE-484F-83E2-0C50A89A4B9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484101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6EA006FB-BC41-1624-FA3C-305424BBFE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B59DF3C-6359-CF38-6776-3C82E2CC2A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2EDBEFF-5951-820F-8927-3B34B960B7A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82F691-8D00-41CB-B2BA-387BB6AA1ECB}" type="datetimeFigureOut">
              <a:rPr lang="zh-CN" altLang="en-US" smtClean="0"/>
              <a:t>2026/1/22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A721037-977D-38AF-80C2-46C21B6412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BD2AA4E-6348-C211-C9F0-4B66B6CD9C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6FB51D-6CAE-484F-83E2-0C50A89A4B9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294869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9A034E3B-9DBC-ADB1-CF2F-C002C9FA5D7D}"/>
              </a:ext>
            </a:extLst>
          </p:cNvPr>
          <p:cNvSpPr/>
          <p:nvPr/>
        </p:nvSpPr>
        <p:spPr>
          <a:xfrm>
            <a:off x="-1146117" y="-88900"/>
            <a:ext cx="14239817" cy="69469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56C0D846-10E6-1BF8-4185-BC9FA3A06B9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121947" y="-38098"/>
            <a:ext cx="9144000" cy="6857999"/>
          </a:xfrm>
          <a:prstGeom prst="rect">
            <a:avLst/>
          </a:prstGeom>
        </p:spPr>
      </p:pic>
      <p:grpSp>
        <p:nvGrpSpPr>
          <p:cNvPr id="31" name="组合 30">
            <a:extLst>
              <a:ext uri="{FF2B5EF4-FFF2-40B4-BE49-F238E27FC236}">
                <a16:creationId xmlns:a16="http://schemas.microsoft.com/office/drawing/2014/main" id="{9D64BA81-6FF5-F2A7-A5CB-CB323ABF4A91}"/>
              </a:ext>
            </a:extLst>
          </p:cNvPr>
          <p:cNvGrpSpPr/>
          <p:nvPr/>
        </p:nvGrpSpPr>
        <p:grpSpPr>
          <a:xfrm>
            <a:off x="10411798" y="-88900"/>
            <a:ext cx="2592000" cy="6911999"/>
            <a:chOff x="10454133" y="-88900"/>
            <a:chExt cx="2592000" cy="6911999"/>
          </a:xfrm>
        </p:grpSpPr>
        <p:pic>
          <p:nvPicPr>
            <p:cNvPr id="13" name="图片 12">
              <a:extLst>
                <a:ext uri="{FF2B5EF4-FFF2-40B4-BE49-F238E27FC236}">
                  <a16:creationId xmlns:a16="http://schemas.microsoft.com/office/drawing/2014/main" id="{D7E83EDC-860B-9786-7578-4F20ABBBF24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10454133" y="-88900"/>
              <a:ext cx="2592000" cy="1728000"/>
            </a:xfrm>
            <a:prstGeom prst="rect">
              <a:avLst/>
            </a:prstGeom>
          </p:spPr>
        </p:pic>
        <p:pic>
          <p:nvPicPr>
            <p:cNvPr id="26" name="图片 25">
              <a:extLst>
                <a:ext uri="{FF2B5EF4-FFF2-40B4-BE49-F238E27FC236}">
                  <a16:creationId xmlns:a16="http://schemas.microsoft.com/office/drawing/2014/main" id="{D7EAB4ED-D37E-AB00-1219-1567619F74D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10454133" y="1639100"/>
              <a:ext cx="2592000" cy="1727999"/>
            </a:xfrm>
            <a:prstGeom prst="rect">
              <a:avLst/>
            </a:prstGeom>
          </p:spPr>
        </p:pic>
        <p:pic>
          <p:nvPicPr>
            <p:cNvPr id="29" name="图片 28">
              <a:extLst>
                <a:ext uri="{FF2B5EF4-FFF2-40B4-BE49-F238E27FC236}">
                  <a16:creationId xmlns:a16="http://schemas.microsoft.com/office/drawing/2014/main" id="{0E25B022-41EB-DDFC-A900-620A064041D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/>
            <a:stretch/>
          </p:blipFill>
          <p:spPr>
            <a:xfrm>
              <a:off x="10454133" y="3367100"/>
              <a:ext cx="2592000" cy="1727999"/>
            </a:xfrm>
            <a:prstGeom prst="rect">
              <a:avLst/>
            </a:prstGeom>
          </p:spPr>
        </p:pic>
        <p:pic>
          <p:nvPicPr>
            <p:cNvPr id="30" name="图片 29">
              <a:extLst>
                <a:ext uri="{FF2B5EF4-FFF2-40B4-BE49-F238E27FC236}">
                  <a16:creationId xmlns:a16="http://schemas.microsoft.com/office/drawing/2014/main" id="{4720A712-789C-CA51-DDCC-87E5B3C1AED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10454133" y="5095100"/>
              <a:ext cx="2592000" cy="1727999"/>
            </a:xfrm>
            <a:prstGeom prst="rect">
              <a:avLst/>
            </a:prstGeom>
          </p:spPr>
        </p:pic>
      </p:grpSp>
      <p:grpSp>
        <p:nvGrpSpPr>
          <p:cNvPr id="32" name="组合 31">
            <a:extLst>
              <a:ext uri="{FF2B5EF4-FFF2-40B4-BE49-F238E27FC236}">
                <a16:creationId xmlns:a16="http://schemas.microsoft.com/office/drawing/2014/main" id="{D991364B-ADBB-337C-DD2A-09AB691BF00B}"/>
              </a:ext>
            </a:extLst>
          </p:cNvPr>
          <p:cNvGrpSpPr/>
          <p:nvPr/>
        </p:nvGrpSpPr>
        <p:grpSpPr>
          <a:xfrm>
            <a:off x="-1535584" y="-88900"/>
            <a:ext cx="2592000" cy="6911999"/>
            <a:chOff x="10454133" y="-88900"/>
            <a:chExt cx="2592000" cy="6911999"/>
          </a:xfrm>
        </p:grpSpPr>
        <p:pic>
          <p:nvPicPr>
            <p:cNvPr id="33" name="图片 32">
              <a:extLst>
                <a:ext uri="{FF2B5EF4-FFF2-40B4-BE49-F238E27FC236}">
                  <a16:creationId xmlns:a16="http://schemas.microsoft.com/office/drawing/2014/main" id="{CAE706A6-3E89-842D-9D39-37A6B19F73D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/>
            <a:stretch/>
          </p:blipFill>
          <p:spPr>
            <a:xfrm>
              <a:off x="10454133" y="-88900"/>
              <a:ext cx="2592000" cy="1727999"/>
            </a:xfrm>
            <a:prstGeom prst="rect">
              <a:avLst/>
            </a:prstGeom>
          </p:spPr>
        </p:pic>
        <p:pic>
          <p:nvPicPr>
            <p:cNvPr id="34" name="图片 33">
              <a:extLst>
                <a:ext uri="{FF2B5EF4-FFF2-40B4-BE49-F238E27FC236}">
                  <a16:creationId xmlns:a16="http://schemas.microsoft.com/office/drawing/2014/main" id="{E3C7FAD1-8F02-B8A4-3C4F-7D505184AC36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/>
            <a:stretch/>
          </p:blipFill>
          <p:spPr>
            <a:xfrm>
              <a:off x="10454134" y="1639100"/>
              <a:ext cx="2591998" cy="1727999"/>
            </a:xfrm>
            <a:prstGeom prst="rect">
              <a:avLst/>
            </a:prstGeom>
          </p:spPr>
        </p:pic>
        <p:pic>
          <p:nvPicPr>
            <p:cNvPr id="35" name="图片 34">
              <a:extLst>
                <a:ext uri="{FF2B5EF4-FFF2-40B4-BE49-F238E27FC236}">
                  <a16:creationId xmlns:a16="http://schemas.microsoft.com/office/drawing/2014/main" id="{3B352DF5-B29E-60F4-7914-79AB45B78D7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rcRect/>
            <a:stretch/>
          </p:blipFill>
          <p:spPr>
            <a:xfrm>
              <a:off x="10454134" y="3367100"/>
              <a:ext cx="2591998" cy="1727999"/>
            </a:xfrm>
            <a:prstGeom prst="rect">
              <a:avLst/>
            </a:prstGeom>
          </p:spPr>
        </p:pic>
        <p:pic>
          <p:nvPicPr>
            <p:cNvPr id="36" name="图片 35">
              <a:extLst>
                <a:ext uri="{FF2B5EF4-FFF2-40B4-BE49-F238E27FC236}">
                  <a16:creationId xmlns:a16="http://schemas.microsoft.com/office/drawing/2014/main" id="{CCC5BBA1-12BB-BFC5-04DD-07ABC4F6CA96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rcRect/>
            <a:stretch/>
          </p:blipFill>
          <p:spPr>
            <a:xfrm>
              <a:off x="10454134" y="5095100"/>
              <a:ext cx="2591998" cy="1727999"/>
            </a:xfrm>
            <a:prstGeom prst="rect">
              <a:avLst/>
            </a:prstGeom>
          </p:spPr>
        </p:pic>
      </p:grpSp>
      <p:cxnSp>
        <p:nvCxnSpPr>
          <p:cNvPr id="5" name="连接符: 肘形 4">
            <a:extLst>
              <a:ext uri="{FF2B5EF4-FFF2-40B4-BE49-F238E27FC236}">
                <a16:creationId xmlns:a16="http://schemas.microsoft.com/office/drawing/2014/main" id="{D2F7F1F1-FF05-805A-F0A3-A5F4DF35E2BD}"/>
              </a:ext>
            </a:extLst>
          </p:cNvPr>
          <p:cNvCxnSpPr>
            <a:cxnSpLocks/>
            <a:stCxn id="33" idx="3"/>
          </p:cNvCxnSpPr>
          <p:nvPr/>
        </p:nvCxnSpPr>
        <p:spPr>
          <a:xfrm>
            <a:off x="1056416" y="775100"/>
            <a:ext cx="4680966" cy="2438000"/>
          </a:xfrm>
          <a:prstGeom prst="bentConnector3">
            <a:avLst>
              <a:gd name="adj1" fmla="val 99831"/>
            </a:avLst>
          </a:prstGeom>
          <a:ln w="19050">
            <a:solidFill>
              <a:schemeClr val="bg1">
                <a:lumMod val="50000"/>
              </a:schemeClr>
            </a:solidFill>
            <a:prstDash val="sysDash"/>
            <a:headEnd type="diamond" w="med" len="med"/>
            <a:tailEnd type="diamond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肘形 15">
            <a:extLst>
              <a:ext uri="{FF2B5EF4-FFF2-40B4-BE49-F238E27FC236}">
                <a16:creationId xmlns:a16="http://schemas.microsoft.com/office/drawing/2014/main" id="{0E860A2B-18F9-0947-774E-D3EAAB1306BE}"/>
              </a:ext>
            </a:extLst>
          </p:cNvPr>
          <p:cNvCxnSpPr>
            <a:cxnSpLocks/>
            <a:stCxn id="34" idx="3"/>
          </p:cNvCxnSpPr>
          <p:nvPr/>
        </p:nvCxnSpPr>
        <p:spPr>
          <a:xfrm>
            <a:off x="1056415" y="2503100"/>
            <a:ext cx="5187752" cy="1141801"/>
          </a:xfrm>
          <a:prstGeom prst="bentConnector3">
            <a:avLst>
              <a:gd name="adj1" fmla="val 58160"/>
            </a:avLst>
          </a:prstGeom>
          <a:ln w="19050">
            <a:solidFill>
              <a:schemeClr val="bg1">
                <a:lumMod val="50000"/>
              </a:schemeClr>
            </a:solidFill>
            <a:prstDash val="sysDash"/>
            <a:headEnd type="diamond" w="med" len="med"/>
            <a:tailEnd type="diamond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连接符: 肘形 24">
            <a:extLst>
              <a:ext uri="{FF2B5EF4-FFF2-40B4-BE49-F238E27FC236}">
                <a16:creationId xmlns:a16="http://schemas.microsoft.com/office/drawing/2014/main" id="{08A029B8-CFD4-FE61-9335-BD574E2F95CD}"/>
              </a:ext>
            </a:extLst>
          </p:cNvPr>
          <p:cNvCxnSpPr>
            <a:cxnSpLocks/>
            <a:stCxn id="35" idx="3"/>
          </p:cNvCxnSpPr>
          <p:nvPr/>
        </p:nvCxnSpPr>
        <p:spPr>
          <a:xfrm>
            <a:off x="1056415" y="4231100"/>
            <a:ext cx="5750785" cy="914801"/>
          </a:xfrm>
          <a:prstGeom prst="bentConnector3">
            <a:avLst>
              <a:gd name="adj1" fmla="val 99689"/>
            </a:avLst>
          </a:prstGeom>
          <a:ln w="19050">
            <a:solidFill>
              <a:schemeClr val="bg1">
                <a:lumMod val="50000"/>
              </a:schemeClr>
            </a:solidFill>
            <a:prstDash val="sysDash"/>
            <a:headEnd type="diamond" w="med" len="med"/>
            <a:tailEnd type="diamond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连接符: 肘形 37">
            <a:extLst>
              <a:ext uri="{FF2B5EF4-FFF2-40B4-BE49-F238E27FC236}">
                <a16:creationId xmlns:a16="http://schemas.microsoft.com/office/drawing/2014/main" id="{C391D39D-68BF-34BB-0F12-EC2254C88DF5}"/>
              </a:ext>
            </a:extLst>
          </p:cNvPr>
          <p:cNvCxnSpPr>
            <a:cxnSpLocks/>
            <a:stCxn id="36" idx="3"/>
          </p:cNvCxnSpPr>
          <p:nvPr/>
        </p:nvCxnSpPr>
        <p:spPr>
          <a:xfrm flipV="1">
            <a:off x="1056415" y="5218900"/>
            <a:ext cx="6004785" cy="740200"/>
          </a:xfrm>
          <a:prstGeom prst="bentConnector3">
            <a:avLst>
              <a:gd name="adj1" fmla="val 99984"/>
            </a:avLst>
          </a:prstGeom>
          <a:ln w="19050">
            <a:solidFill>
              <a:schemeClr val="bg1">
                <a:lumMod val="50000"/>
              </a:schemeClr>
            </a:solidFill>
            <a:prstDash val="sysDash"/>
            <a:headEnd type="diamond" w="med" len="med"/>
            <a:tailEnd type="diamond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连接符: 肘形 41">
            <a:extLst>
              <a:ext uri="{FF2B5EF4-FFF2-40B4-BE49-F238E27FC236}">
                <a16:creationId xmlns:a16="http://schemas.microsoft.com/office/drawing/2014/main" id="{91C17CF1-D9FB-7B21-A14C-F5665AB9629A}"/>
              </a:ext>
            </a:extLst>
          </p:cNvPr>
          <p:cNvCxnSpPr>
            <a:cxnSpLocks/>
          </p:cNvCxnSpPr>
          <p:nvPr/>
        </p:nvCxnSpPr>
        <p:spPr>
          <a:xfrm rot="10800000">
            <a:off x="7143750" y="4140200"/>
            <a:ext cx="3268048" cy="1818900"/>
          </a:xfrm>
          <a:prstGeom prst="bentConnector3">
            <a:avLst>
              <a:gd name="adj1" fmla="val 92553"/>
            </a:avLst>
          </a:prstGeom>
          <a:ln w="19050">
            <a:solidFill>
              <a:schemeClr val="bg1">
                <a:lumMod val="50000"/>
              </a:schemeClr>
            </a:solidFill>
            <a:prstDash val="sysDash"/>
            <a:headEnd type="diamond" w="med" len="med"/>
            <a:tailEnd type="diamond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连接符: 肘形 45">
            <a:extLst>
              <a:ext uri="{FF2B5EF4-FFF2-40B4-BE49-F238E27FC236}">
                <a16:creationId xmlns:a16="http://schemas.microsoft.com/office/drawing/2014/main" id="{52BD09F7-F0FB-29D6-2249-363589BAA8E2}"/>
              </a:ext>
            </a:extLst>
          </p:cNvPr>
          <p:cNvCxnSpPr>
            <a:cxnSpLocks/>
          </p:cNvCxnSpPr>
          <p:nvPr/>
        </p:nvCxnSpPr>
        <p:spPr>
          <a:xfrm rot="10800000" flipV="1">
            <a:off x="7959726" y="4231100"/>
            <a:ext cx="2452073" cy="29750"/>
          </a:xfrm>
          <a:prstGeom prst="bentConnector3">
            <a:avLst>
              <a:gd name="adj1" fmla="val 100239"/>
            </a:avLst>
          </a:prstGeom>
          <a:ln w="19050">
            <a:solidFill>
              <a:schemeClr val="bg1">
                <a:lumMod val="50000"/>
              </a:schemeClr>
            </a:solidFill>
            <a:prstDash val="sysDash"/>
            <a:headEnd type="diamond" w="med" len="med"/>
            <a:tailEnd type="diamond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连接符: 肘形 51">
            <a:extLst>
              <a:ext uri="{FF2B5EF4-FFF2-40B4-BE49-F238E27FC236}">
                <a16:creationId xmlns:a16="http://schemas.microsoft.com/office/drawing/2014/main" id="{1A425B3E-A7B1-1CC1-68AF-255C94A00960}"/>
              </a:ext>
            </a:extLst>
          </p:cNvPr>
          <p:cNvCxnSpPr>
            <a:cxnSpLocks/>
          </p:cNvCxnSpPr>
          <p:nvPr/>
        </p:nvCxnSpPr>
        <p:spPr>
          <a:xfrm rot="10800000" flipV="1">
            <a:off x="7870827" y="2503099"/>
            <a:ext cx="2538510" cy="1298574"/>
          </a:xfrm>
          <a:prstGeom prst="bentConnector3">
            <a:avLst>
              <a:gd name="adj1" fmla="val 43496"/>
            </a:avLst>
          </a:prstGeom>
          <a:ln w="19050">
            <a:solidFill>
              <a:schemeClr val="bg1">
                <a:lumMod val="50000"/>
              </a:schemeClr>
            </a:solidFill>
            <a:prstDash val="sysDash"/>
            <a:headEnd type="diamond" w="med" len="med"/>
            <a:tailEnd type="diamond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连接符: 肘形 56">
            <a:extLst>
              <a:ext uri="{FF2B5EF4-FFF2-40B4-BE49-F238E27FC236}">
                <a16:creationId xmlns:a16="http://schemas.microsoft.com/office/drawing/2014/main" id="{354C4D71-5C66-90C3-DC7E-B3C80CF993D7}"/>
              </a:ext>
            </a:extLst>
          </p:cNvPr>
          <p:cNvCxnSpPr>
            <a:cxnSpLocks/>
            <a:stCxn id="13" idx="1"/>
          </p:cNvCxnSpPr>
          <p:nvPr/>
        </p:nvCxnSpPr>
        <p:spPr>
          <a:xfrm rot="10800000" flipV="1">
            <a:off x="7239196" y="775099"/>
            <a:ext cx="3172602" cy="1803759"/>
          </a:xfrm>
          <a:prstGeom prst="bentConnector3">
            <a:avLst>
              <a:gd name="adj1" fmla="val 99276"/>
            </a:avLst>
          </a:prstGeom>
          <a:ln w="19050">
            <a:solidFill>
              <a:schemeClr val="bg1">
                <a:lumMod val="50000"/>
              </a:schemeClr>
            </a:solidFill>
            <a:prstDash val="sysDash"/>
            <a:headEnd type="diamond" w="med" len="med"/>
            <a:tailEnd type="diamond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90632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8140BC-8B00-D6A2-8039-F6F0023D46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5E4B8B9A-1A7D-5774-D2AB-C5DBFADC2E2C}"/>
              </a:ext>
            </a:extLst>
          </p:cNvPr>
          <p:cNvSpPr/>
          <p:nvPr/>
        </p:nvSpPr>
        <p:spPr>
          <a:xfrm>
            <a:off x="-1761067" y="-262467"/>
            <a:ext cx="15045267" cy="725593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0E86BAE-283A-6F8D-21CD-E0C3FD492F07}"/>
              </a:ext>
            </a:extLst>
          </p:cNvPr>
          <p:cNvSpPr/>
          <p:nvPr/>
        </p:nvSpPr>
        <p:spPr>
          <a:xfrm>
            <a:off x="-1146117" y="-88900"/>
            <a:ext cx="14239817" cy="69469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7C0D7491-C308-1D07-4252-8F634637936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121947" y="-38098"/>
            <a:ext cx="9144000" cy="6857999"/>
          </a:xfrm>
          <a:prstGeom prst="rect">
            <a:avLst/>
          </a:prstGeom>
        </p:spPr>
      </p:pic>
      <p:grpSp>
        <p:nvGrpSpPr>
          <p:cNvPr id="31" name="组合 30">
            <a:extLst>
              <a:ext uri="{FF2B5EF4-FFF2-40B4-BE49-F238E27FC236}">
                <a16:creationId xmlns:a16="http://schemas.microsoft.com/office/drawing/2014/main" id="{95387489-053E-398C-1370-8EE3B6C180C3}"/>
              </a:ext>
            </a:extLst>
          </p:cNvPr>
          <p:cNvGrpSpPr/>
          <p:nvPr/>
        </p:nvGrpSpPr>
        <p:grpSpPr>
          <a:xfrm>
            <a:off x="10411798" y="-88900"/>
            <a:ext cx="2592000" cy="6911999"/>
            <a:chOff x="10454133" y="-88900"/>
            <a:chExt cx="2592000" cy="6911999"/>
          </a:xfrm>
        </p:grpSpPr>
        <p:pic>
          <p:nvPicPr>
            <p:cNvPr id="13" name="图片 12">
              <a:extLst>
                <a:ext uri="{FF2B5EF4-FFF2-40B4-BE49-F238E27FC236}">
                  <a16:creationId xmlns:a16="http://schemas.microsoft.com/office/drawing/2014/main" id="{EF347381-4405-F131-3499-8108EB1E76E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10454133" y="-88900"/>
              <a:ext cx="2592000" cy="1728000"/>
            </a:xfrm>
            <a:prstGeom prst="rect">
              <a:avLst/>
            </a:prstGeom>
          </p:spPr>
        </p:pic>
        <p:pic>
          <p:nvPicPr>
            <p:cNvPr id="26" name="图片 25">
              <a:extLst>
                <a:ext uri="{FF2B5EF4-FFF2-40B4-BE49-F238E27FC236}">
                  <a16:creationId xmlns:a16="http://schemas.microsoft.com/office/drawing/2014/main" id="{952B1ACD-58CA-0EED-ADB4-A9B1D8C4610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10454133" y="1639100"/>
              <a:ext cx="2592000" cy="1727999"/>
            </a:xfrm>
            <a:prstGeom prst="rect">
              <a:avLst/>
            </a:prstGeom>
          </p:spPr>
        </p:pic>
        <p:pic>
          <p:nvPicPr>
            <p:cNvPr id="29" name="图片 28">
              <a:extLst>
                <a:ext uri="{FF2B5EF4-FFF2-40B4-BE49-F238E27FC236}">
                  <a16:creationId xmlns:a16="http://schemas.microsoft.com/office/drawing/2014/main" id="{DC6C59EB-8F6A-70A9-3D47-4470FDDC584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/>
            <a:stretch/>
          </p:blipFill>
          <p:spPr>
            <a:xfrm>
              <a:off x="10454133" y="3367100"/>
              <a:ext cx="2592000" cy="1727999"/>
            </a:xfrm>
            <a:prstGeom prst="rect">
              <a:avLst/>
            </a:prstGeom>
          </p:spPr>
        </p:pic>
        <p:pic>
          <p:nvPicPr>
            <p:cNvPr id="30" name="图片 29">
              <a:extLst>
                <a:ext uri="{FF2B5EF4-FFF2-40B4-BE49-F238E27FC236}">
                  <a16:creationId xmlns:a16="http://schemas.microsoft.com/office/drawing/2014/main" id="{68ECABA9-5598-0C1D-4198-08A618D0C8C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10454133" y="5095100"/>
              <a:ext cx="2592000" cy="1727999"/>
            </a:xfrm>
            <a:prstGeom prst="rect">
              <a:avLst/>
            </a:prstGeom>
          </p:spPr>
        </p:pic>
      </p:grpSp>
      <p:grpSp>
        <p:nvGrpSpPr>
          <p:cNvPr id="32" name="组合 31">
            <a:extLst>
              <a:ext uri="{FF2B5EF4-FFF2-40B4-BE49-F238E27FC236}">
                <a16:creationId xmlns:a16="http://schemas.microsoft.com/office/drawing/2014/main" id="{21612B78-4221-4F8A-4F70-2007E6CF50AA}"/>
              </a:ext>
            </a:extLst>
          </p:cNvPr>
          <p:cNvGrpSpPr/>
          <p:nvPr/>
        </p:nvGrpSpPr>
        <p:grpSpPr>
          <a:xfrm>
            <a:off x="-1535584" y="-88900"/>
            <a:ext cx="2592000" cy="6911999"/>
            <a:chOff x="10454133" y="-88900"/>
            <a:chExt cx="2592000" cy="6911999"/>
          </a:xfrm>
        </p:grpSpPr>
        <p:pic>
          <p:nvPicPr>
            <p:cNvPr id="33" name="图片 32">
              <a:extLst>
                <a:ext uri="{FF2B5EF4-FFF2-40B4-BE49-F238E27FC236}">
                  <a16:creationId xmlns:a16="http://schemas.microsoft.com/office/drawing/2014/main" id="{C29AAEB5-CA34-4BDF-C8CC-A3E6FA06C3E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/>
            <a:stretch/>
          </p:blipFill>
          <p:spPr>
            <a:xfrm>
              <a:off x="10454133" y="-88900"/>
              <a:ext cx="2592000" cy="1727999"/>
            </a:xfrm>
            <a:prstGeom prst="rect">
              <a:avLst/>
            </a:prstGeom>
          </p:spPr>
        </p:pic>
        <p:pic>
          <p:nvPicPr>
            <p:cNvPr id="34" name="图片 33">
              <a:extLst>
                <a:ext uri="{FF2B5EF4-FFF2-40B4-BE49-F238E27FC236}">
                  <a16:creationId xmlns:a16="http://schemas.microsoft.com/office/drawing/2014/main" id="{64A39486-27A3-F5BF-3312-0D2C4336D90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/>
            <a:stretch/>
          </p:blipFill>
          <p:spPr>
            <a:xfrm>
              <a:off x="10454134" y="1639100"/>
              <a:ext cx="2591998" cy="1727999"/>
            </a:xfrm>
            <a:prstGeom prst="rect">
              <a:avLst/>
            </a:prstGeom>
          </p:spPr>
        </p:pic>
        <p:pic>
          <p:nvPicPr>
            <p:cNvPr id="35" name="图片 34">
              <a:extLst>
                <a:ext uri="{FF2B5EF4-FFF2-40B4-BE49-F238E27FC236}">
                  <a16:creationId xmlns:a16="http://schemas.microsoft.com/office/drawing/2014/main" id="{1924CA63-15C3-66BD-1A41-AB6C1868B9C3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rcRect/>
            <a:stretch/>
          </p:blipFill>
          <p:spPr>
            <a:xfrm>
              <a:off x="10454134" y="3367100"/>
              <a:ext cx="2591998" cy="1727999"/>
            </a:xfrm>
            <a:prstGeom prst="rect">
              <a:avLst/>
            </a:prstGeom>
          </p:spPr>
        </p:pic>
        <p:pic>
          <p:nvPicPr>
            <p:cNvPr id="36" name="图片 35">
              <a:extLst>
                <a:ext uri="{FF2B5EF4-FFF2-40B4-BE49-F238E27FC236}">
                  <a16:creationId xmlns:a16="http://schemas.microsoft.com/office/drawing/2014/main" id="{6ECBBFCF-CDCA-8E0D-6446-51E152435BBB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rcRect/>
            <a:stretch/>
          </p:blipFill>
          <p:spPr>
            <a:xfrm>
              <a:off x="10454134" y="5095100"/>
              <a:ext cx="2591998" cy="1727999"/>
            </a:xfrm>
            <a:prstGeom prst="rect">
              <a:avLst/>
            </a:prstGeom>
          </p:spPr>
        </p:pic>
      </p:grpSp>
      <p:grpSp>
        <p:nvGrpSpPr>
          <p:cNvPr id="4" name="组合 3">
            <a:extLst>
              <a:ext uri="{FF2B5EF4-FFF2-40B4-BE49-F238E27FC236}">
                <a16:creationId xmlns:a16="http://schemas.microsoft.com/office/drawing/2014/main" id="{2B2AF0DF-E29B-F776-FAA6-24CBE175EAC0}"/>
              </a:ext>
            </a:extLst>
          </p:cNvPr>
          <p:cNvGrpSpPr/>
          <p:nvPr/>
        </p:nvGrpSpPr>
        <p:grpSpPr>
          <a:xfrm>
            <a:off x="1056415" y="775099"/>
            <a:ext cx="9355384" cy="5184001"/>
            <a:chOff x="1056415" y="775099"/>
            <a:chExt cx="9355384" cy="5184001"/>
          </a:xfrm>
        </p:grpSpPr>
        <p:cxnSp>
          <p:nvCxnSpPr>
            <p:cNvPr id="5" name="连接符: 肘形 4">
              <a:extLst>
                <a:ext uri="{FF2B5EF4-FFF2-40B4-BE49-F238E27FC236}">
                  <a16:creationId xmlns:a16="http://schemas.microsoft.com/office/drawing/2014/main" id="{BE5B0CBB-055C-A33A-2716-835DAEBD5A37}"/>
                </a:ext>
              </a:extLst>
            </p:cNvPr>
            <p:cNvCxnSpPr>
              <a:cxnSpLocks/>
              <a:stCxn id="33" idx="3"/>
            </p:cNvCxnSpPr>
            <p:nvPr/>
          </p:nvCxnSpPr>
          <p:spPr>
            <a:xfrm>
              <a:off x="1056416" y="775100"/>
              <a:ext cx="4680966" cy="2438000"/>
            </a:xfrm>
            <a:prstGeom prst="bentConnector3">
              <a:avLst>
                <a:gd name="adj1" fmla="val 99831"/>
              </a:avLst>
            </a:prstGeom>
            <a:ln w="12700">
              <a:solidFill>
                <a:schemeClr val="tx1">
                  <a:lumMod val="65000"/>
                  <a:lumOff val="35000"/>
                </a:schemeClr>
              </a:solidFill>
              <a:prstDash val="sysDash"/>
              <a:headEnd type="diamond" w="med" len="med"/>
              <a:tailEnd type="diamond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连接符: 肘形 15">
              <a:extLst>
                <a:ext uri="{FF2B5EF4-FFF2-40B4-BE49-F238E27FC236}">
                  <a16:creationId xmlns:a16="http://schemas.microsoft.com/office/drawing/2014/main" id="{CEFC1DD4-FD03-E53F-BFF3-A6CE0B73C867}"/>
                </a:ext>
              </a:extLst>
            </p:cNvPr>
            <p:cNvCxnSpPr>
              <a:cxnSpLocks/>
              <a:stCxn id="34" idx="3"/>
            </p:cNvCxnSpPr>
            <p:nvPr/>
          </p:nvCxnSpPr>
          <p:spPr>
            <a:xfrm>
              <a:off x="1056415" y="2503100"/>
              <a:ext cx="5187752" cy="1141801"/>
            </a:xfrm>
            <a:prstGeom prst="bentConnector3">
              <a:avLst>
                <a:gd name="adj1" fmla="val 58160"/>
              </a:avLst>
            </a:prstGeom>
            <a:ln w="12700">
              <a:solidFill>
                <a:schemeClr val="tx1">
                  <a:lumMod val="65000"/>
                  <a:lumOff val="35000"/>
                </a:schemeClr>
              </a:solidFill>
              <a:prstDash val="sysDash"/>
              <a:headEnd type="diamond" w="med" len="med"/>
              <a:tailEnd type="diamond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连接符: 肘形 24">
              <a:extLst>
                <a:ext uri="{FF2B5EF4-FFF2-40B4-BE49-F238E27FC236}">
                  <a16:creationId xmlns:a16="http://schemas.microsoft.com/office/drawing/2014/main" id="{63CD2568-F1AE-49CD-1875-944D9E0ABA19}"/>
                </a:ext>
              </a:extLst>
            </p:cNvPr>
            <p:cNvCxnSpPr>
              <a:cxnSpLocks/>
              <a:stCxn id="35" idx="3"/>
            </p:cNvCxnSpPr>
            <p:nvPr/>
          </p:nvCxnSpPr>
          <p:spPr>
            <a:xfrm>
              <a:off x="1056415" y="4231100"/>
              <a:ext cx="5750785" cy="914801"/>
            </a:xfrm>
            <a:prstGeom prst="bentConnector3">
              <a:avLst>
                <a:gd name="adj1" fmla="val 99689"/>
              </a:avLst>
            </a:prstGeom>
            <a:ln w="12700">
              <a:solidFill>
                <a:schemeClr val="tx1">
                  <a:lumMod val="65000"/>
                  <a:lumOff val="35000"/>
                </a:schemeClr>
              </a:solidFill>
              <a:prstDash val="sysDash"/>
              <a:headEnd type="diamond" w="med" len="med"/>
              <a:tailEnd type="diamond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连接符: 肘形 37">
              <a:extLst>
                <a:ext uri="{FF2B5EF4-FFF2-40B4-BE49-F238E27FC236}">
                  <a16:creationId xmlns:a16="http://schemas.microsoft.com/office/drawing/2014/main" id="{D2CFF95F-E804-44AA-4D14-88224C0FA941}"/>
                </a:ext>
              </a:extLst>
            </p:cNvPr>
            <p:cNvCxnSpPr>
              <a:cxnSpLocks/>
              <a:stCxn id="36" idx="3"/>
            </p:cNvCxnSpPr>
            <p:nvPr/>
          </p:nvCxnSpPr>
          <p:spPr>
            <a:xfrm flipV="1">
              <a:off x="1056415" y="5218900"/>
              <a:ext cx="6004785" cy="740200"/>
            </a:xfrm>
            <a:prstGeom prst="bentConnector3">
              <a:avLst>
                <a:gd name="adj1" fmla="val 99984"/>
              </a:avLst>
            </a:prstGeom>
            <a:ln w="12700">
              <a:solidFill>
                <a:schemeClr val="tx1">
                  <a:lumMod val="65000"/>
                  <a:lumOff val="35000"/>
                </a:schemeClr>
              </a:solidFill>
              <a:prstDash val="sysDash"/>
              <a:headEnd type="diamond" w="med" len="med"/>
              <a:tailEnd type="diamond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连接符: 肘形 41">
              <a:extLst>
                <a:ext uri="{FF2B5EF4-FFF2-40B4-BE49-F238E27FC236}">
                  <a16:creationId xmlns:a16="http://schemas.microsoft.com/office/drawing/2014/main" id="{803F31AA-7958-F485-0969-E8093D7FAA3B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7143750" y="4140200"/>
              <a:ext cx="3268048" cy="1818900"/>
            </a:xfrm>
            <a:prstGeom prst="bentConnector3">
              <a:avLst>
                <a:gd name="adj1" fmla="val 92553"/>
              </a:avLst>
            </a:prstGeom>
            <a:ln w="12700">
              <a:solidFill>
                <a:schemeClr val="tx1">
                  <a:lumMod val="65000"/>
                  <a:lumOff val="35000"/>
                </a:schemeClr>
              </a:solidFill>
              <a:prstDash val="sysDash"/>
              <a:headEnd type="diamond" w="med" len="med"/>
              <a:tailEnd type="diamond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连接符: 肘形 45">
              <a:extLst>
                <a:ext uri="{FF2B5EF4-FFF2-40B4-BE49-F238E27FC236}">
                  <a16:creationId xmlns:a16="http://schemas.microsoft.com/office/drawing/2014/main" id="{5761904A-DFA0-3D8F-77BF-338DC91D5CA7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7959726" y="4231100"/>
              <a:ext cx="2452073" cy="29750"/>
            </a:xfrm>
            <a:prstGeom prst="bentConnector3">
              <a:avLst>
                <a:gd name="adj1" fmla="val 100239"/>
              </a:avLst>
            </a:prstGeom>
            <a:ln w="12700">
              <a:solidFill>
                <a:schemeClr val="tx1">
                  <a:lumMod val="65000"/>
                  <a:lumOff val="35000"/>
                </a:schemeClr>
              </a:solidFill>
              <a:prstDash val="sysDash"/>
              <a:headEnd type="diamond" w="med" len="med"/>
              <a:tailEnd type="diamond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连接符: 肘形 51">
              <a:extLst>
                <a:ext uri="{FF2B5EF4-FFF2-40B4-BE49-F238E27FC236}">
                  <a16:creationId xmlns:a16="http://schemas.microsoft.com/office/drawing/2014/main" id="{4C8E94E4-EA8F-2DD0-343D-4A084A981529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7870827" y="2503099"/>
              <a:ext cx="2538510" cy="1298574"/>
            </a:xfrm>
            <a:prstGeom prst="bentConnector3">
              <a:avLst>
                <a:gd name="adj1" fmla="val 43496"/>
              </a:avLst>
            </a:prstGeom>
            <a:ln w="12700">
              <a:solidFill>
                <a:schemeClr val="tx1">
                  <a:lumMod val="65000"/>
                  <a:lumOff val="35000"/>
                </a:schemeClr>
              </a:solidFill>
              <a:prstDash val="sysDash"/>
              <a:headEnd type="diamond" w="med" len="med"/>
              <a:tailEnd type="diamond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连接符: 肘形 56">
              <a:extLst>
                <a:ext uri="{FF2B5EF4-FFF2-40B4-BE49-F238E27FC236}">
                  <a16:creationId xmlns:a16="http://schemas.microsoft.com/office/drawing/2014/main" id="{CAE0A5C8-1A2C-40F8-12C8-AFBC9B63F467}"/>
                </a:ext>
              </a:extLst>
            </p:cNvPr>
            <p:cNvCxnSpPr>
              <a:cxnSpLocks/>
              <a:stCxn id="13" idx="1"/>
            </p:cNvCxnSpPr>
            <p:nvPr/>
          </p:nvCxnSpPr>
          <p:spPr>
            <a:xfrm rot="10800000" flipV="1">
              <a:off x="7239196" y="775099"/>
              <a:ext cx="3172602" cy="1803759"/>
            </a:xfrm>
            <a:prstGeom prst="bentConnector3">
              <a:avLst>
                <a:gd name="adj1" fmla="val 99276"/>
              </a:avLst>
            </a:prstGeom>
            <a:ln w="12700">
              <a:solidFill>
                <a:schemeClr val="tx1">
                  <a:lumMod val="65000"/>
                  <a:lumOff val="35000"/>
                </a:schemeClr>
              </a:solidFill>
              <a:prstDash val="sysDash"/>
              <a:headEnd type="diamond" w="med" len="med"/>
              <a:tailEnd type="diamond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26BDEB31-7AE2-A61F-E15B-D5825CE645C5}"/>
              </a:ext>
            </a:extLst>
          </p:cNvPr>
          <p:cNvGrpSpPr/>
          <p:nvPr/>
        </p:nvGrpSpPr>
        <p:grpSpPr>
          <a:xfrm>
            <a:off x="-6575169" y="-1265767"/>
            <a:ext cx="2012950" cy="1003300"/>
            <a:chOff x="-4584700" y="1274233"/>
            <a:chExt cx="2012950" cy="1003300"/>
          </a:xfrm>
        </p:grpSpPr>
        <p:sp>
          <p:nvSpPr>
            <p:cNvPr id="9" name="矩形: 圆角 8">
              <a:extLst>
                <a:ext uri="{FF2B5EF4-FFF2-40B4-BE49-F238E27FC236}">
                  <a16:creationId xmlns:a16="http://schemas.microsoft.com/office/drawing/2014/main" id="{56510A79-B2BA-A0F0-ADC5-F85F3896E8C4}"/>
                </a:ext>
              </a:extLst>
            </p:cNvPr>
            <p:cNvSpPr/>
            <p:nvPr/>
          </p:nvSpPr>
          <p:spPr>
            <a:xfrm>
              <a:off x="-4584700" y="1274233"/>
              <a:ext cx="2012950" cy="1003300"/>
            </a:xfrm>
            <a:prstGeom prst="roundRect">
              <a:avLst>
                <a:gd name="adj" fmla="val 7344"/>
              </a:avLst>
            </a:prstGeom>
            <a:solidFill>
              <a:schemeClr val="bg1"/>
            </a:solidFill>
            <a:ln w="190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pic>
          <p:nvPicPr>
            <p:cNvPr id="8" name="图片 7">
              <a:extLst>
                <a:ext uri="{FF2B5EF4-FFF2-40B4-BE49-F238E27FC236}">
                  <a16:creationId xmlns:a16="http://schemas.microsoft.com/office/drawing/2014/main" id="{F739E9A0-D2E4-4C79-72FA-437624BCA038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rcRect l="20132" t="5432" r="19395" b="7180"/>
            <a:stretch>
              <a:fillRect/>
            </a:stretch>
          </p:blipFill>
          <p:spPr>
            <a:xfrm>
              <a:off x="-4542511" y="1316567"/>
              <a:ext cx="1924710" cy="927100"/>
            </a:xfrm>
            <a:prstGeom prst="rect">
              <a:avLst/>
            </a:prstGeom>
          </p:spPr>
        </p:pic>
      </p:grpSp>
      <p:pic>
        <p:nvPicPr>
          <p:cNvPr id="14" name="图片 13">
            <a:extLst>
              <a:ext uri="{FF2B5EF4-FFF2-40B4-BE49-F238E27FC236}">
                <a16:creationId xmlns:a16="http://schemas.microsoft.com/office/drawing/2014/main" id="{FAAC1168-ADD7-BD7C-FB13-648151F763B3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-1926053" y="-7614987"/>
            <a:ext cx="12192000" cy="5878639"/>
          </a:xfrm>
          <a:prstGeom prst="rect">
            <a:avLst/>
          </a:prstGeom>
        </p:spPr>
      </p:pic>
      <p:grpSp>
        <p:nvGrpSpPr>
          <p:cNvPr id="18" name="组合 17">
            <a:extLst>
              <a:ext uri="{FF2B5EF4-FFF2-40B4-BE49-F238E27FC236}">
                <a16:creationId xmlns:a16="http://schemas.microsoft.com/office/drawing/2014/main" id="{8126EB52-8F9B-1014-EE6E-B59D2E7F9F0C}"/>
              </a:ext>
            </a:extLst>
          </p:cNvPr>
          <p:cNvGrpSpPr/>
          <p:nvPr/>
        </p:nvGrpSpPr>
        <p:grpSpPr>
          <a:xfrm>
            <a:off x="2371741" y="4717250"/>
            <a:ext cx="2090107" cy="1003300"/>
            <a:chOff x="-6217692" y="1575559"/>
            <a:chExt cx="2090107" cy="1003300"/>
          </a:xfrm>
        </p:grpSpPr>
        <p:sp>
          <p:nvSpPr>
            <p:cNvPr id="17" name="矩形: 圆角 16">
              <a:extLst>
                <a:ext uri="{FF2B5EF4-FFF2-40B4-BE49-F238E27FC236}">
                  <a16:creationId xmlns:a16="http://schemas.microsoft.com/office/drawing/2014/main" id="{02807872-7E24-E227-352B-1BB30B9DEAC9}"/>
                </a:ext>
              </a:extLst>
            </p:cNvPr>
            <p:cNvSpPr/>
            <p:nvPr/>
          </p:nvSpPr>
          <p:spPr>
            <a:xfrm>
              <a:off x="-6217692" y="1575559"/>
              <a:ext cx="2090107" cy="1003300"/>
            </a:xfrm>
            <a:prstGeom prst="roundRect">
              <a:avLst>
                <a:gd name="adj" fmla="val 7344"/>
              </a:avLst>
            </a:prstGeom>
            <a:solidFill>
              <a:schemeClr val="bg1"/>
            </a:solidFill>
            <a:ln w="190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pic>
          <p:nvPicPr>
            <p:cNvPr id="10" name="图片 9" descr="文本&#10;&#10;AI 生成的内容可能不正确。">
              <a:extLst>
                <a:ext uri="{FF2B5EF4-FFF2-40B4-BE49-F238E27FC236}">
                  <a16:creationId xmlns:a16="http://schemas.microsoft.com/office/drawing/2014/main" id="{9DB591AB-84A6-092A-B88A-47C3D4E009F7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rcRect l="19373" t="9216" r="17699" b="9491"/>
            <a:stretch>
              <a:fillRect/>
            </a:stretch>
          </p:blipFill>
          <p:spPr>
            <a:xfrm>
              <a:off x="-6185760" y="1645209"/>
              <a:ext cx="2006419" cy="863999"/>
            </a:xfrm>
            <a:prstGeom prst="rect">
              <a:avLst/>
            </a:prstGeom>
          </p:spPr>
        </p:pic>
      </p:grpSp>
      <p:pic>
        <p:nvPicPr>
          <p:cNvPr id="19" name="图片 18">
            <a:extLst>
              <a:ext uri="{FF2B5EF4-FFF2-40B4-BE49-F238E27FC236}">
                <a16:creationId xmlns:a16="http://schemas.microsoft.com/office/drawing/2014/main" id="{E1DF0605-DE04-5A21-4AD9-A26E4CC61221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611798" y="-5911993"/>
            <a:ext cx="12192000" cy="58786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45112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893281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945</TotalTime>
  <Words>2</Words>
  <Application>Microsoft Office PowerPoint</Application>
  <PresentationFormat>宽屏</PresentationFormat>
  <Paragraphs>2</Paragraphs>
  <Slides>3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7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Kemin Zhu</dc:creator>
  <cp:lastModifiedBy>Kemin Zhu</cp:lastModifiedBy>
  <cp:revision>7</cp:revision>
  <dcterms:created xsi:type="dcterms:W3CDTF">2024-08-18T14:50:26Z</dcterms:created>
  <dcterms:modified xsi:type="dcterms:W3CDTF">2026-01-23T04:55:51Z</dcterms:modified>
</cp:coreProperties>
</file>